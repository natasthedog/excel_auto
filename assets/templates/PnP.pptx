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90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979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420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075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304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658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812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378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702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536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3491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395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3823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0715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7777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460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11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276600"/>
            <a:ext cx="4541520" cy="766762"/>
          </a:xfrm>
        </p:spPr>
        <p:txBody>
          <a:bodyPr>
            <a:normAutofit/>
          </a:bodyPr>
          <a:lstStyle/>
          <a:p>
            <a:pPr algn="l"/>
            <a:r>
              <a:rPr lang="en-ZA" sz="3600" dirty="0" smtClean="0"/>
              <a:t>Price and Promotion</a:t>
            </a:r>
            <a:endParaRPr lang="en-ZA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" y="5065078"/>
            <a:ext cx="4625340" cy="947102"/>
          </a:xfrm>
        </p:spPr>
        <p:txBody>
          <a:bodyPr/>
          <a:lstStyle/>
          <a:p>
            <a:pPr algn="l"/>
            <a:r>
              <a:rPr lang="en-ZA" dirty="0" smtClean="0"/>
              <a:t>Name of Insights consultant</a:t>
            </a:r>
          </a:p>
          <a:p>
            <a:pPr algn="l"/>
            <a:r>
              <a:rPr lang="en-ZA" dirty="0" smtClean="0"/>
              <a:t>Name of Technical Consultant</a:t>
            </a:r>
            <a:endParaRPr lang="en-ZA" dirty="0"/>
          </a:p>
        </p:txBody>
      </p:sp>
      <p:sp>
        <p:nvSpPr>
          <p:cNvPr id="4" name="TextBox 3"/>
          <p:cNvSpPr txBox="1"/>
          <p:nvPr/>
        </p:nvSpPr>
        <p:spPr>
          <a:xfrm>
            <a:off x="617220" y="601218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Month Year</a:t>
            </a:r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449580" y="1679138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400" dirty="0" smtClean="0"/>
              <a:t>Manufacturer Name</a:t>
            </a:r>
            <a:endParaRPr lang="en-ZA" sz="5400" dirty="0"/>
          </a:p>
        </p:txBody>
      </p:sp>
    </p:spTree>
    <p:extLst>
      <p:ext uri="{BB962C8B-B14F-4D97-AF65-F5344CB8AC3E}">
        <p14:creationId xmlns:p14="http://schemas.microsoft.com/office/powerpoint/2010/main" val="291648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Agenda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Methodology &amp; Scope</a:t>
            </a:r>
          </a:p>
          <a:p>
            <a:r>
              <a:rPr lang="en-ZA" dirty="0" smtClean="0"/>
              <a:t>Sales Drivers</a:t>
            </a:r>
          </a:p>
          <a:p>
            <a:r>
              <a:rPr lang="en-ZA" dirty="0" err="1" smtClean="0"/>
              <a:t>Pnp</a:t>
            </a:r>
            <a:r>
              <a:rPr lang="en-ZA" dirty="0" smtClean="0"/>
              <a:t> stuff</a:t>
            </a:r>
          </a:p>
          <a:p>
            <a:r>
              <a:rPr lang="en-ZA" dirty="0" smtClean="0"/>
              <a:t>Summary</a:t>
            </a:r>
          </a:p>
          <a:p>
            <a:r>
              <a:rPr lang="en-ZA" dirty="0" smtClean="0"/>
              <a:t>Appendix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6394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697"/>
            <a:ext cx="6491068" cy="69625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sz="49000" dirty="0" smtClean="0"/>
              <a:t>01</a:t>
            </a:r>
            <a:endParaRPr lang="en-ZA" sz="49000" dirty="0"/>
          </a:p>
        </p:txBody>
      </p:sp>
      <p:sp>
        <p:nvSpPr>
          <p:cNvPr id="4" name="TextBox 3"/>
          <p:cNvSpPr txBox="1"/>
          <p:nvPr/>
        </p:nvSpPr>
        <p:spPr>
          <a:xfrm>
            <a:off x="6688184" y="1730326"/>
            <a:ext cx="5044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6000" dirty="0" smtClean="0"/>
              <a:t>Project Scope and </a:t>
            </a:r>
            <a:r>
              <a:rPr lang="en-ZA" sz="6000" dirty="0" err="1" smtClean="0"/>
              <a:t>Methodolgy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225098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697"/>
            <a:ext cx="6491068" cy="69625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sz="49000" dirty="0" smtClean="0"/>
              <a:t>02</a:t>
            </a:r>
            <a:endParaRPr lang="en-ZA" sz="49000" dirty="0"/>
          </a:p>
        </p:txBody>
      </p:sp>
      <p:sp>
        <p:nvSpPr>
          <p:cNvPr id="4" name="TextBox 3"/>
          <p:cNvSpPr txBox="1"/>
          <p:nvPr/>
        </p:nvSpPr>
        <p:spPr>
          <a:xfrm>
            <a:off x="6688184" y="1730326"/>
            <a:ext cx="5044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6000" dirty="0" smtClean="0"/>
              <a:t>Sales Drivers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5822026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33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Price and Promotion</vt:lpstr>
      <vt:lpstr>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 of Project</dc:title>
  <dc:creator>Jamie Williams</dc:creator>
  <cp:lastModifiedBy>Jamie Williams</cp:lastModifiedBy>
  <cp:revision>5</cp:revision>
  <dcterms:created xsi:type="dcterms:W3CDTF">2026-01-19T11:18:19Z</dcterms:created>
  <dcterms:modified xsi:type="dcterms:W3CDTF">2026-01-19T12:03:54Z</dcterms:modified>
</cp:coreProperties>
</file>