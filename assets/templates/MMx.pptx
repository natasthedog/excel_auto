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9" r:id="rId3"/>
    <p:sldId id="257" r:id="rId4"/>
    <p:sldId id="258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51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F4937A41-D664-413F-8FB7-BB19CF33438D}" type="datetimeFigureOut">
              <a:rPr lang="en-ZA" smtClean="0"/>
              <a:t>2026/01/19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C708CF60-B41E-4BE0-967F-A37D73B9C43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4238173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37A41-D664-413F-8FB7-BB19CF33438D}" type="datetimeFigureOut">
              <a:rPr lang="en-ZA" smtClean="0"/>
              <a:t>2026/01/19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8CF60-B41E-4BE0-967F-A37D73B9C43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3694014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37A41-D664-413F-8FB7-BB19CF33438D}" type="datetimeFigureOut">
              <a:rPr lang="en-ZA" smtClean="0"/>
              <a:t>2026/01/19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8CF60-B41E-4BE0-967F-A37D73B9C43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7160109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37A41-D664-413F-8FB7-BB19CF33438D}" type="datetimeFigureOut">
              <a:rPr lang="en-ZA" smtClean="0"/>
              <a:t>2026/01/19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8CF60-B41E-4BE0-967F-A37D73B9C43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5503468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37A41-D664-413F-8FB7-BB19CF33438D}" type="datetimeFigureOut">
              <a:rPr lang="en-ZA" smtClean="0"/>
              <a:t>2026/01/19</a:t>
            </a:fld>
            <a:endParaRPr lang="en-Z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8CF60-B41E-4BE0-967F-A37D73B9C43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152838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37A41-D664-413F-8FB7-BB19CF33438D}" type="datetimeFigureOut">
              <a:rPr lang="en-ZA" smtClean="0"/>
              <a:t>2026/01/19</a:t>
            </a:fld>
            <a:endParaRPr lang="en-Z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8CF60-B41E-4BE0-967F-A37D73B9C43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6991771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37A41-D664-413F-8FB7-BB19CF33438D}" type="datetimeFigureOut">
              <a:rPr lang="en-ZA" smtClean="0"/>
              <a:t>2026/01/19</a:t>
            </a:fld>
            <a:endParaRPr lang="en-Z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8CF60-B41E-4BE0-967F-A37D73B9C43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363934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37A41-D664-413F-8FB7-BB19CF33438D}" type="datetimeFigureOut">
              <a:rPr lang="en-ZA" smtClean="0"/>
              <a:t>2026/01/19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8CF60-B41E-4BE0-967F-A37D73B9C43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7394317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37A41-D664-413F-8FB7-BB19CF33438D}" type="datetimeFigureOut">
              <a:rPr lang="en-ZA" smtClean="0"/>
              <a:t>2026/01/19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8CF60-B41E-4BE0-967F-A37D73B9C43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5673967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37A41-D664-413F-8FB7-BB19CF33438D}" type="datetimeFigureOut">
              <a:rPr lang="en-ZA" smtClean="0"/>
              <a:t>2026/01/19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8CF60-B41E-4BE0-967F-A37D73B9C43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7577931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37A41-D664-413F-8FB7-BB19CF33438D}" type="datetimeFigureOut">
              <a:rPr lang="en-ZA" smtClean="0"/>
              <a:t>2026/01/19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8CF60-B41E-4BE0-967F-A37D73B9C43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4317495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37A41-D664-413F-8FB7-BB19CF33438D}" type="datetimeFigureOut">
              <a:rPr lang="en-ZA" smtClean="0"/>
              <a:t>2026/01/19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8CF60-B41E-4BE0-967F-A37D73B9C43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986721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37A41-D664-413F-8FB7-BB19CF33438D}" type="datetimeFigureOut">
              <a:rPr lang="en-ZA" smtClean="0"/>
              <a:t>2026/01/19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8CF60-B41E-4BE0-967F-A37D73B9C43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0509777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37A41-D664-413F-8FB7-BB19CF33438D}" type="datetimeFigureOut">
              <a:rPr lang="en-ZA" smtClean="0"/>
              <a:t>2026/01/19</a:t>
            </a:fld>
            <a:endParaRPr lang="en-Z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8CF60-B41E-4BE0-967F-A37D73B9C43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4861021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37A41-D664-413F-8FB7-BB19CF33438D}" type="datetimeFigureOut">
              <a:rPr lang="en-ZA" smtClean="0"/>
              <a:t>2026/01/19</a:t>
            </a:fld>
            <a:endParaRPr lang="en-Z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Z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8CF60-B41E-4BE0-967F-A37D73B9C43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7742745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F4937A41-D664-413F-8FB7-BB19CF33438D}" type="datetimeFigureOut">
              <a:rPr lang="en-ZA" smtClean="0"/>
              <a:t>2026/01/19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8CF60-B41E-4BE0-967F-A37D73B9C43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03250226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F4937A41-D664-413F-8FB7-BB19CF33438D}" type="datetimeFigureOut">
              <a:rPr lang="en-ZA" smtClean="0"/>
              <a:t>2026/01/19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8CF60-B41E-4BE0-967F-A37D73B9C43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7817785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F4937A41-D664-413F-8FB7-BB19CF33438D}" type="datetimeFigureOut">
              <a:rPr lang="en-ZA" smtClean="0"/>
              <a:t>2026/01/19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ZA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C708CF60-B41E-4BE0-967F-A37D73B9C43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9577075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7220" y="3441384"/>
            <a:ext cx="4625340" cy="766762"/>
          </a:xfrm>
        </p:spPr>
        <p:txBody>
          <a:bodyPr>
            <a:normAutofit fontScale="90000"/>
          </a:bodyPr>
          <a:lstStyle/>
          <a:p>
            <a:pPr algn="l"/>
            <a:r>
              <a:rPr lang="en-ZA" sz="3600" dirty="0" smtClean="0"/>
              <a:t>Marketing Media Mix</a:t>
            </a:r>
            <a:endParaRPr lang="en-ZA" sz="36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49580" y="5065078"/>
            <a:ext cx="4625340" cy="947102"/>
          </a:xfrm>
        </p:spPr>
        <p:txBody>
          <a:bodyPr/>
          <a:lstStyle/>
          <a:p>
            <a:pPr algn="l"/>
            <a:r>
              <a:rPr lang="en-ZA" dirty="0" smtClean="0"/>
              <a:t>Name of Insights consultant</a:t>
            </a:r>
          </a:p>
          <a:p>
            <a:pPr algn="l"/>
            <a:r>
              <a:rPr lang="en-ZA" dirty="0" smtClean="0"/>
              <a:t>Name of Technical Consultant</a:t>
            </a:r>
            <a:endParaRPr lang="en-ZA" dirty="0"/>
          </a:p>
        </p:txBody>
      </p:sp>
      <p:sp>
        <p:nvSpPr>
          <p:cNvPr id="4" name="TextBox 3"/>
          <p:cNvSpPr txBox="1"/>
          <p:nvPr/>
        </p:nvSpPr>
        <p:spPr>
          <a:xfrm>
            <a:off x="617220" y="6012180"/>
            <a:ext cx="3124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dirty="0" smtClean="0"/>
              <a:t>Month Year</a:t>
            </a:r>
            <a:endParaRPr lang="en-ZA" dirty="0"/>
          </a:p>
        </p:txBody>
      </p:sp>
      <p:sp>
        <p:nvSpPr>
          <p:cNvPr id="5" name="TextBox 4"/>
          <p:cNvSpPr txBox="1"/>
          <p:nvPr/>
        </p:nvSpPr>
        <p:spPr>
          <a:xfrm>
            <a:off x="449580" y="1679138"/>
            <a:ext cx="6400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5400" dirty="0" smtClean="0"/>
              <a:t>Manufacturer Name</a:t>
            </a:r>
            <a:endParaRPr lang="en-ZA" sz="5400" dirty="0"/>
          </a:p>
        </p:txBody>
      </p:sp>
    </p:spTree>
    <p:extLst>
      <p:ext uri="{BB962C8B-B14F-4D97-AF65-F5344CB8AC3E}">
        <p14:creationId xmlns:p14="http://schemas.microsoft.com/office/powerpoint/2010/main" val="29164864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 smtClean="0"/>
              <a:t>Agenda</a:t>
            </a:r>
            <a:endParaRPr lang="en-Z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ZA" dirty="0" smtClean="0"/>
              <a:t>Methodology &amp; Scope</a:t>
            </a:r>
          </a:p>
          <a:p>
            <a:r>
              <a:rPr lang="en-ZA" dirty="0" smtClean="0"/>
              <a:t>Sales Drivers</a:t>
            </a:r>
          </a:p>
          <a:p>
            <a:r>
              <a:rPr lang="en-ZA" dirty="0" smtClean="0"/>
              <a:t>Media Stuff</a:t>
            </a:r>
          </a:p>
          <a:p>
            <a:r>
              <a:rPr lang="en-ZA" dirty="0" smtClean="0"/>
              <a:t>Summary</a:t>
            </a:r>
          </a:p>
          <a:p>
            <a:r>
              <a:rPr lang="en-ZA" dirty="0" smtClean="0"/>
              <a:t>Appendix</a:t>
            </a:r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163945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52697"/>
            <a:ext cx="6491068" cy="6962503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ZA" sz="49000" dirty="0" smtClean="0"/>
              <a:t>01</a:t>
            </a:r>
            <a:endParaRPr lang="en-ZA" sz="49000" dirty="0"/>
          </a:p>
        </p:txBody>
      </p:sp>
      <p:sp>
        <p:nvSpPr>
          <p:cNvPr id="4" name="TextBox 3"/>
          <p:cNvSpPr txBox="1"/>
          <p:nvPr/>
        </p:nvSpPr>
        <p:spPr>
          <a:xfrm>
            <a:off x="6688184" y="1730326"/>
            <a:ext cx="504427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6000" dirty="0" smtClean="0"/>
              <a:t>Project Scope and </a:t>
            </a:r>
            <a:r>
              <a:rPr lang="en-ZA" sz="6000" dirty="0" err="1" smtClean="0"/>
              <a:t>Methodolgy</a:t>
            </a:r>
            <a:endParaRPr lang="en-ZA" sz="6000" dirty="0"/>
          </a:p>
        </p:txBody>
      </p:sp>
    </p:spTree>
    <p:extLst>
      <p:ext uri="{BB962C8B-B14F-4D97-AF65-F5344CB8AC3E}">
        <p14:creationId xmlns:p14="http://schemas.microsoft.com/office/powerpoint/2010/main" val="22509896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52697"/>
            <a:ext cx="6491068" cy="6962503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ZA" sz="49000" dirty="0" smtClean="0"/>
              <a:t>02</a:t>
            </a:r>
            <a:endParaRPr lang="en-ZA" sz="49000" dirty="0"/>
          </a:p>
        </p:txBody>
      </p:sp>
      <p:sp>
        <p:nvSpPr>
          <p:cNvPr id="4" name="TextBox 3"/>
          <p:cNvSpPr txBox="1"/>
          <p:nvPr/>
        </p:nvSpPr>
        <p:spPr>
          <a:xfrm>
            <a:off x="6688184" y="1730326"/>
            <a:ext cx="504427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6000" dirty="0" smtClean="0"/>
              <a:t>Sales Drivers</a:t>
            </a:r>
            <a:endParaRPr lang="en-ZA" sz="6000" dirty="0"/>
          </a:p>
        </p:txBody>
      </p:sp>
    </p:spTree>
    <p:extLst>
      <p:ext uri="{BB962C8B-B14F-4D97-AF65-F5344CB8AC3E}">
        <p14:creationId xmlns:p14="http://schemas.microsoft.com/office/powerpoint/2010/main" val="58220267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35</TotalTime>
  <Words>33</Words>
  <Application>Microsoft Office PowerPoint</Application>
  <PresentationFormat>Widescreen</PresentationFormat>
  <Paragraphs>15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Century Gothic</vt:lpstr>
      <vt:lpstr>Wingdings 3</vt:lpstr>
      <vt:lpstr>Ion Boardroom</vt:lpstr>
      <vt:lpstr>Marketing Media Mix</vt:lpstr>
      <vt:lpstr>Agenda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Type of Project</dc:title>
  <dc:creator>Jamie Williams</dc:creator>
  <cp:lastModifiedBy>Jamie Williams</cp:lastModifiedBy>
  <cp:revision>5</cp:revision>
  <dcterms:created xsi:type="dcterms:W3CDTF">2026-01-19T11:18:19Z</dcterms:created>
  <dcterms:modified xsi:type="dcterms:W3CDTF">2026-01-19T12:02:20Z</dcterms:modified>
</cp:coreProperties>
</file>